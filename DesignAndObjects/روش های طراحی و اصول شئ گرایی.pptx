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40178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61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526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071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977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414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7937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90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8267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4845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70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4931C80D-0A94-4F74-8351-AB59BF9A24DE}" type="datetimeFigureOut">
              <a:rPr lang="en-US" smtClean="0"/>
              <a:t>1/12/2021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F2EEE63-C92E-4F77-BDFF-3D482F468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403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98DB3F8-0461-46F4-8061-C7B2DF982D42}"/>
              </a:ext>
            </a:extLst>
          </p:cNvPr>
          <p:cNvSpPr txBox="1"/>
          <p:nvPr/>
        </p:nvSpPr>
        <p:spPr>
          <a:xfrm>
            <a:off x="3338004" y="1589103"/>
            <a:ext cx="5344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a-IR" dirty="0"/>
              <a:t>روش های طراحی و اصول </a:t>
            </a:r>
            <a:r>
              <a:rPr lang="fa-IR" dirty="0" err="1"/>
              <a:t>شئ</a:t>
            </a:r>
            <a:r>
              <a:rPr lang="fa-IR" dirty="0"/>
              <a:t> گرایی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129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637ED-1541-4F7E-A29F-14BA242BF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4322D-BA82-4E36-92B4-B2218B3A7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629037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6</TotalTime>
  <Words>7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Century Schoolbook</vt:lpstr>
      <vt:lpstr>Wingdings 2</vt:lpstr>
      <vt:lpstr>View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Jempa Sleeping</dc:creator>
  <cp:lastModifiedBy>Jempa Sleeping</cp:lastModifiedBy>
  <cp:revision>1</cp:revision>
  <dcterms:created xsi:type="dcterms:W3CDTF">2021-01-11T22:57:46Z</dcterms:created>
  <dcterms:modified xsi:type="dcterms:W3CDTF">2021-01-11T23:04:35Z</dcterms:modified>
</cp:coreProperties>
</file>